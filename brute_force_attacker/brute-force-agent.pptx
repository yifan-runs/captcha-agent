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League Spartan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498" y="-3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863900" y="4779736"/>
            <a:ext cx="7296912" cy="5209519"/>
            <a:chOff x="0" y="0"/>
            <a:chExt cx="1921820" cy="13720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21820" cy="1372054"/>
            </a:xfrm>
            <a:custGeom>
              <a:avLst/>
              <a:gdLst/>
              <a:ahLst/>
              <a:cxnLst/>
              <a:rect l="l" t="t" r="r" b="b"/>
              <a:pathLst>
                <a:path w="1921820" h="1372054">
                  <a:moveTo>
                    <a:pt x="0" y="0"/>
                  </a:moveTo>
                  <a:lnTo>
                    <a:pt x="1921820" y="0"/>
                  </a:lnTo>
                  <a:lnTo>
                    <a:pt x="1921820" y="1372054"/>
                  </a:lnTo>
                  <a:lnTo>
                    <a:pt x="0" y="13720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921820" cy="1419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8818773" y="924888"/>
            <a:ext cx="6571905" cy="1723984"/>
            <a:chOff x="0" y="0"/>
            <a:chExt cx="3012225" cy="7901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12225" cy="790186"/>
            </a:xfrm>
            <a:custGeom>
              <a:avLst/>
              <a:gdLst/>
              <a:ahLst/>
              <a:cxnLst/>
              <a:rect l="l" t="t" r="r" b="b"/>
              <a:pathLst>
                <a:path w="3012225" h="790186">
                  <a:moveTo>
                    <a:pt x="3012225" y="0"/>
                  </a:moveTo>
                  <a:lnTo>
                    <a:pt x="0" y="0"/>
                  </a:lnTo>
                  <a:lnTo>
                    <a:pt x="0" y="602226"/>
                  </a:lnTo>
                  <a:lnTo>
                    <a:pt x="157480" y="602226"/>
                  </a:lnTo>
                  <a:lnTo>
                    <a:pt x="157480" y="790186"/>
                  </a:lnTo>
                  <a:lnTo>
                    <a:pt x="463550" y="602226"/>
                  </a:lnTo>
                  <a:lnTo>
                    <a:pt x="3012225" y="602226"/>
                  </a:lnTo>
                  <a:lnTo>
                    <a:pt x="3012225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012225" cy="647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975511" y="1091600"/>
            <a:ext cx="6561527" cy="1751524"/>
            <a:chOff x="0" y="0"/>
            <a:chExt cx="2810081" cy="7501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10081" cy="750119"/>
            </a:xfrm>
            <a:custGeom>
              <a:avLst/>
              <a:gdLst/>
              <a:ahLst/>
              <a:cxnLst/>
              <a:rect l="l" t="t" r="r" b="b"/>
              <a:pathLst>
                <a:path w="2810081" h="750119">
                  <a:moveTo>
                    <a:pt x="2810081" y="0"/>
                  </a:moveTo>
                  <a:lnTo>
                    <a:pt x="0" y="0"/>
                  </a:lnTo>
                  <a:lnTo>
                    <a:pt x="0" y="562159"/>
                  </a:lnTo>
                  <a:lnTo>
                    <a:pt x="157480" y="562159"/>
                  </a:lnTo>
                  <a:lnTo>
                    <a:pt x="157480" y="750119"/>
                  </a:lnTo>
                  <a:lnTo>
                    <a:pt x="463550" y="562159"/>
                  </a:lnTo>
                  <a:lnTo>
                    <a:pt x="2810081" y="562159"/>
                  </a:lnTo>
                  <a:lnTo>
                    <a:pt x="281008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810081" cy="607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2175479" y="4897467"/>
            <a:ext cx="6843149" cy="4952729"/>
          </a:xfrm>
          <a:custGeom>
            <a:avLst/>
            <a:gdLst/>
            <a:ahLst/>
            <a:cxnLst/>
            <a:rect l="l" t="t" r="r" b="b"/>
            <a:pathLst>
              <a:path w="6843149" h="4952729">
                <a:moveTo>
                  <a:pt x="0" y="0"/>
                </a:moveTo>
                <a:lnTo>
                  <a:pt x="6843149" y="0"/>
                </a:lnTo>
                <a:lnTo>
                  <a:pt x="6843149" y="4952729"/>
                </a:lnTo>
                <a:lnTo>
                  <a:pt x="0" y="49527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9926929" y="3794180"/>
            <a:ext cx="7975281" cy="5732234"/>
          </a:xfrm>
          <a:custGeom>
            <a:avLst/>
            <a:gdLst/>
            <a:ahLst/>
            <a:cxnLst/>
            <a:rect l="l" t="t" r="r" b="b"/>
            <a:pathLst>
              <a:path w="7975281" h="5732234">
                <a:moveTo>
                  <a:pt x="0" y="0"/>
                </a:moveTo>
                <a:lnTo>
                  <a:pt x="7975281" y="0"/>
                </a:lnTo>
                <a:lnTo>
                  <a:pt x="7975281" y="5732233"/>
                </a:lnTo>
                <a:lnTo>
                  <a:pt x="0" y="57322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9478467" y="3473522"/>
            <a:ext cx="8621355" cy="6515732"/>
            <a:chOff x="0" y="0"/>
            <a:chExt cx="2270645" cy="171607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70645" cy="1716078"/>
            </a:xfrm>
            <a:custGeom>
              <a:avLst/>
              <a:gdLst/>
              <a:ahLst/>
              <a:cxnLst/>
              <a:rect l="l" t="t" r="r" b="b"/>
              <a:pathLst>
                <a:path w="2270645" h="1716078">
                  <a:moveTo>
                    <a:pt x="0" y="0"/>
                  </a:moveTo>
                  <a:lnTo>
                    <a:pt x="2270645" y="0"/>
                  </a:lnTo>
                  <a:lnTo>
                    <a:pt x="2270645" y="1716078"/>
                  </a:lnTo>
                  <a:lnTo>
                    <a:pt x="0" y="17160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270645" cy="1763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630867" y="3625922"/>
            <a:ext cx="8621355" cy="6515732"/>
            <a:chOff x="0" y="0"/>
            <a:chExt cx="2270645" cy="171607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70645" cy="1716078"/>
            </a:xfrm>
            <a:custGeom>
              <a:avLst/>
              <a:gdLst/>
              <a:ahLst/>
              <a:cxnLst/>
              <a:rect l="l" t="t" r="r" b="b"/>
              <a:pathLst>
                <a:path w="2270645" h="1716078">
                  <a:moveTo>
                    <a:pt x="0" y="0"/>
                  </a:moveTo>
                  <a:lnTo>
                    <a:pt x="2270645" y="0"/>
                  </a:lnTo>
                  <a:lnTo>
                    <a:pt x="2270645" y="1716078"/>
                  </a:lnTo>
                  <a:lnTo>
                    <a:pt x="0" y="17160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270645" cy="1763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242975" y="225287"/>
            <a:ext cx="7172361" cy="4554449"/>
          </a:xfrm>
          <a:custGeom>
            <a:avLst/>
            <a:gdLst/>
            <a:ahLst/>
            <a:cxnLst/>
            <a:rect l="l" t="t" r="r" b="b"/>
            <a:pathLst>
              <a:path w="7172361" h="4554449">
                <a:moveTo>
                  <a:pt x="0" y="0"/>
                </a:moveTo>
                <a:lnTo>
                  <a:pt x="7172362" y="0"/>
                </a:lnTo>
                <a:lnTo>
                  <a:pt x="7172362" y="4554449"/>
                </a:lnTo>
                <a:lnTo>
                  <a:pt x="0" y="45544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9160812" y="1413154"/>
            <a:ext cx="6090474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7"/>
              </a:lnSpc>
            </a:pPr>
            <a:r>
              <a:rPr lang="en-US" sz="43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BRUTE FORCE AGENT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2016300" y="4932136"/>
            <a:ext cx="7296912" cy="5209519"/>
            <a:chOff x="0" y="0"/>
            <a:chExt cx="1921820" cy="137205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21820" cy="1372054"/>
            </a:xfrm>
            <a:custGeom>
              <a:avLst/>
              <a:gdLst/>
              <a:ahLst/>
              <a:cxnLst/>
              <a:rect l="l" t="t" r="r" b="b"/>
              <a:pathLst>
                <a:path w="1921820" h="1372054">
                  <a:moveTo>
                    <a:pt x="0" y="0"/>
                  </a:moveTo>
                  <a:lnTo>
                    <a:pt x="1921820" y="0"/>
                  </a:lnTo>
                  <a:lnTo>
                    <a:pt x="1921820" y="1372054"/>
                  </a:lnTo>
                  <a:lnTo>
                    <a:pt x="0" y="13720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921820" cy="1419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54555" y="9147781"/>
            <a:ext cx="1620925" cy="1139219"/>
            <a:chOff x="0" y="0"/>
            <a:chExt cx="426910" cy="30004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26910" cy="300041"/>
            </a:xfrm>
            <a:custGeom>
              <a:avLst/>
              <a:gdLst/>
              <a:ahLst/>
              <a:cxnLst/>
              <a:rect l="l" t="t" r="r" b="b"/>
              <a:pathLst>
                <a:path w="426910" h="300041">
                  <a:moveTo>
                    <a:pt x="0" y="0"/>
                  </a:moveTo>
                  <a:lnTo>
                    <a:pt x="426910" y="0"/>
                  </a:lnTo>
                  <a:lnTo>
                    <a:pt x="426910" y="300041"/>
                  </a:lnTo>
                  <a:lnTo>
                    <a:pt x="0" y="300041"/>
                  </a:lnTo>
                  <a:close/>
                </a:path>
              </a:pathLst>
            </a:custGeom>
            <a:solidFill>
              <a:srgbClr val="9BDAE9">
                <a:alpha val="4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426910" cy="328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000000">
                      <a:alpha val="49804"/>
                    </a:srgbClr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INFRASTRUCTURE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6631298" y="3056313"/>
            <a:ext cx="1620925" cy="1139219"/>
            <a:chOff x="0" y="0"/>
            <a:chExt cx="426910" cy="30004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26910" cy="300041"/>
            </a:xfrm>
            <a:custGeom>
              <a:avLst/>
              <a:gdLst/>
              <a:ahLst/>
              <a:cxnLst/>
              <a:rect l="l" t="t" r="r" b="b"/>
              <a:pathLst>
                <a:path w="426910" h="300041">
                  <a:moveTo>
                    <a:pt x="0" y="0"/>
                  </a:moveTo>
                  <a:lnTo>
                    <a:pt x="426910" y="0"/>
                  </a:lnTo>
                  <a:lnTo>
                    <a:pt x="426910" y="300041"/>
                  </a:lnTo>
                  <a:lnTo>
                    <a:pt x="0" y="300041"/>
                  </a:lnTo>
                  <a:close/>
                </a:path>
              </a:pathLst>
            </a:custGeom>
            <a:solidFill>
              <a:srgbClr val="9BDAE9">
                <a:alpha val="4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426910" cy="328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000000">
                      <a:alpha val="49804"/>
                    </a:srgbClr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STRATEGY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801"/>
    </mc:Choice>
    <mc:Fallback>
      <p:transition spd="slow" advTm="2980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League Spartan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Scalable Main Project 2</dc:title>
  <cp:lastModifiedBy>Yifan Li</cp:lastModifiedBy>
  <cp:revision>3</cp:revision>
  <dcterms:created xsi:type="dcterms:W3CDTF">2006-08-16T00:00:00Z</dcterms:created>
  <dcterms:modified xsi:type="dcterms:W3CDTF">2025-11-27T02:22:36Z</dcterms:modified>
  <dc:identifier>DAG51vSyN_o</dc:identifier>
</cp:coreProperties>
</file>